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457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Devs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Minicurso de Inteligência Artificial aplicada ao desenvolvimento de software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37490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3FB95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Sistema do Restaurante Universitário do IFMA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IFMA  •  ~40min teoria + prática ao vivo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Quem sou eu?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Wesley Eduardo de Oliveira Melo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Java Sênior  •  Consultor de TI  •  Entusiasta de 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88620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57400"/>
            <a:ext cx="54864" cy="123444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Carreira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2606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Java Sênior na CVC Corp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anos de experiência em desenvolvimento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de TI na Mentor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09160" y="2057400"/>
            <a:ext cx="388620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2057400"/>
            <a:ext cx="54864" cy="123444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19456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Formação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937760" y="26060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Bacharel em Sistemas de Informação — IFMA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acadêmica na área 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52044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48640" y="3520440"/>
            <a:ext cx="54864" cy="12801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576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no dia a dia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IA generativa diariamente para potencializar o desenvolvimento — tanto nos projetos profissionais quanto nos pessoais em andamento. O que vou mostrar neste curso é o mesmo fluxo que uso no meu trabalho real.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construir?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do Restaurante Universitário — do zero ao deploy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14173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78892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78892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846320" y="14173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554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3776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93776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17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Docker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6995160" y="141732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155448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86600" y="2057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7086600" y="2286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Railway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548640" y="292608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/>
        </p:spPr>
      </p:sp>
      <p:sp>
        <p:nvSpPr>
          <p:cNvPr id="22" name="Text 16"/>
          <p:cNvSpPr/>
          <p:nvPr/>
        </p:nvSpPr>
        <p:spPr>
          <a:xfrm>
            <a:off x="77724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 Pública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Cardápio do dia (almoço e jantar)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724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Navegação entre datas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77724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Calendário para escolher data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709160" y="2926080"/>
            <a:ext cx="3886200" cy="1783080"/>
          </a:xfrm>
          <a:prstGeom prst="roundRect">
            <a:avLst>
              <a:gd name="adj" fmla="val 5128"/>
            </a:avLst>
          </a:prstGeom>
          <a:solidFill>
            <a:srgbClr val="161B22"/>
          </a:solidFill>
          <a:ln/>
        </p:spPr>
      </p:sp>
      <p:sp>
        <p:nvSpPr>
          <p:cNvPr id="27" name="Text 21"/>
          <p:cNvSpPr/>
          <p:nvPr/>
        </p:nvSpPr>
        <p:spPr>
          <a:xfrm>
            <a:off x="493776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Área Admin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3776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Login com autenticação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937760" y="3703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CRUD de cardápios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CRUD de administradores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vamos aprender?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teoria, depois a prática — do conceito ao deploy.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310896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310896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Teórica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10896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minutos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22960" y="2331720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233172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 que são LLMs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2761488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276148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Modelos e Tokens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3191256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15" name="Text 12"/>
          <p:cNvSpPr/>
          <p:nvPr/>
        </p:nvSpPr>
        <p:spPr>
          <a:xfrm>
            <a:off x="960120" y="319125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Ferramentas e Preços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3621024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62102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Agentes vs. Chatbots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050792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405079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 Ciclo ReAct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1554480"/>
            <a:ext cx="3886200" cy="310896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1554480"/>
            <a:ext cx="54864" cy="310896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783080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4406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Prática ao Vivo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2694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horas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83480" y="2331720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26" name="Text 22"/>
          <p:cNvSpPr/>
          <p:nvPr/>
        </p:nvSpPr>
        <p:spPr>
          <a:xfrm>
            <a:off x="5120640" y="2331720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Setup + Primeira interação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983480" y="2761488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28" name="Text 24"/>
          <p:cNvSpPr/>
          <p:nvPr/>
        </p:nvSpPr>
        <p:spPr>
          <a:xfrm>
            <a:off x="5120640" y="2761488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Planejamento com o agente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983480" y="3191256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30" name="Text 26"/>
          <p:cNvSpPr/>
          <p:nvPr/>
        </p:nvSpPr>
        <p:spPr>
          <a:xfrm>
            <a:off x="5120640" y="3191256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Build da V1 completa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4983480" y="3621024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32" name="Text 28"/>
          <p:cNvSpPr/>
          <p:nvPr/>
        </p:nvSpPr>
        <p:spPr>
          <a:xfrm>
            <a:off x="5120640" y="3621024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 (Vercel + Railway)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983480" y="4050792"/>
            <a:ext cx="3337560" cy="338328"/>
          </a:xfrm>
          <a:prstGeom prst="roundRect">
            <a:avLst>
              <a:gd name="adj" fmla="val 13514"/>
            </a:avLst>
          </a:prstGeom>
          <a:solidFill>
            <a:srgbClr val="1C2333"/>
          </a:solidFill>
          <a:ln/>
        </p:spPr>
      </p:sp>
      <p:sp>
        <p:nvSpPr>
          <p:cNvPr id="34" name="Text 30"/>
          <p:cNvSpPr/>
          <p:nvPr/>
        </p:nvSpPr>
        <p:spPr>
          <a:xfrm>
            <a:off x="5120640" y="4050792"/>
            <a:ext cx="3017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Iterações e melhorias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são LLMs?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— os "cérebros" por trás dos agentes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475488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(de forma simples)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Uma LLM é um programa treinado com bilhões de textos da internet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6243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Ela aprendeu padrões de linguagem, lógica e código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30998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Quando você pergunta, ela prevê a melhor resposta palavra por palavra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357530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Não "pensa" como humano — mas imita muito bem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577840" y="1463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66420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179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Treinamento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217920" y="1847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Aprendeu com código,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livros, sites, artigos...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246888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267004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info você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dá, melhor a resposta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577840" y="347472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1C233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675888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17920" y="3566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Geração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1792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texto novo baseado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 aprendeu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e Tokens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conceitos essenciais para entender antes de usar qualquer ferramenta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88620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6459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"cérebro" da IA. Existem vários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tamanhos — modelos maiores são mais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inteligentes, mas também mais caros e lentos.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" y="34747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3FB950">
              <a:alpha val="1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34930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Haiku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e barato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65960" y="34747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BC8CFF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1965960" y="34930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Sonnet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965960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ideal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154680" y="3474720"/>
            <a:ext cx="1051560" cy="502920"/>
          </a:xfrm>
          <a:prstGeom prst="roundRect">
            <a:avLst>
              <a:gd name="adj" fmla="val 9091"/>
            </a:avLst>
          </a:prstGeom>
          <a:solidFill>
            <a:srgbClr val="D29922">
              <a:alpha val="15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154680" y="34930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Opus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154680" y="373075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qualidade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09160" y="1463040"/>
            <a:ext cx="388620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45920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2860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937760" y="27432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unidade de texto que a IA processa.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palavra tem de 1 a 3 tokens.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paga pela quantidade de tokens usados.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166360" y="3474720"/>
            <a:ext cx="2971800" cy="502920"/>
          </a:xfrm>
          <a:prstGeom prst="roundRect">
            <a:avLst>
              <a:gd name="adj" fmla="val 9091"/>
            </a:avLst>
          </a:prstGeom>
          <a:solidFill>
            <a:srgbClr val="1C2333"/>
          </a:solidFill>
          <a:ln/>
        </p:spPr>
      </p:sp>
      <p:sp>
        <p:nvSpPr>
          <p:cNvPr id="23" name="Text 19"/>
          <p:cNvSpPr/>
          <p:nvPr/>
        </p:nvSpPr>
        <p:spPr>
          <a:xfrm>
            <a:off x="5303520" y="3474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"Olá mundo" 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2 tokens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Quanto mais tokens uma tarefa usa, mais ela custa. Prompts claros = menos tokens gastos!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Ferramentas de IA para Código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principais opções disponíveis hoje e quanto custam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256032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8872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73736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US$ 20/mês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85800" y="2523744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5x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3736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US$ 100/mês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85800" y="2944368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20x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73736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US$ 200/mês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5800" y="3364992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20" name="Text 17"/>
          <p:cNvSpPr/>
          <p:nvPr/>
        </p:nvSpPr>
        <p:spPr>
          <a:xfrm>
            <a:off x="82296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3736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token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858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Melhor para código complexo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8580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neste curso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38328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383280" y="1280160"/>
            <a:ext cx="2560320" cy="54864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508760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02336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CLI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402336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52044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30" name="Text 26"/>
          <p:cNvSpPr/>
          <p:nvPr/>
        </p:nvSpPr>
        <p:spPr>
          <a:xfrm>
            <a:off x="365760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7200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1.000 req/dia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3520440" y="2523744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33" name="Text 29"/>
          <p:cNvSpPr/>
          <p:nvPr/>
        </p:nvSpPr>
        <p:spPr>
          <a:xfrm>
            <a:off x="365760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457200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US$ 25/mês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520440" y="2944368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36" name="Text 32"/>
          <p:cNvSpPr/>
          <p:nvPr/>
        </p:nvSpPr>
        <p:spPr>
          <a:xfrm>
            <a:off x="365760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Ultra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457200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US$ 250/mês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3520440" y="3364992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39" name="Text 35"/>
          <p:cNvSpPr/>
          <p:nvPr/>
        </p:nvSpPr>
        <p:spPr>
          <a:xfrm>
            <a:off x="365760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457200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token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35204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Gratuito e open source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352044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pra praticar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6217920" y="1280160"/>
            <a:ext cx="2560320" cy="3657600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6217920" y="1280160"/>
            <a:ext cx="2560320" cy="54864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08760"/>
            <a:ext cx="365760" cy="36576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6858000" y="15087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Codex CLI</a:t>
            </a:r>
            <a:endParaRPr lang="en-US" sz="1500" dirty="0"/>
          </a:p>
        </p:txBody>
      </p:sp>
      <p:sp>
        <p:nvSpPr>
          <p:cNvPr id="47" name="Text 42"/>
          <p:cNvSpPr/>
          <p:nvPr/>
        </p:nvSpPr>
        <p:spPr>
          <a:xfrm>
            <a:off x="6858000" y="1737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6355080" y="2103120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49" name="Text 44"/>
          <p:cNvSpPr/>
          <p:nvPr/>
        </p:nvSpPr>
        <p:spPr>
          <a:xfrm>
            <a:off x="649224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7406640" y="210312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Limitado</a:t>
            </a:r>
            <a:endParaRPr lang="en-US" sz="1000" dirty="0"/>
          </a:p>
        </p:txBody>
      </p:sp>
      <p:sp>
        <p:nvSpPr>
          <p:cNvPr id="51" name="Shape 46"/>
          <p:cNvSpPr/>
          <p:nvPr/>
        </p:nvSpPr>
        <p:spPr>
          <a:xfrm>
            <a:off x="6355080" y="2523744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52" name="Text 47"/>
          <p:cNvSpPr/>
          <p:nvPr/>
        </p:nvSpPr>
        <p:spPr>
          <a:xfrm>
            <a:off x="649224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100" dirty="0"/>
          </a:p>
        </p:txBody>
      </p:sp>
      <p:sp>
        <p:nvSpPr>
          <p:cNvPr id="53" name="Text 48"/>
          <p:cNvSpPr/>
          <p:nvPr/>
        </p:nvSpPr>
        <p:spPr>
          <a:xfrm>
            <a:off x="7406640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US$ 20/mês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6355080" y="2944368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55" name="Text 50"/>
          <p:cNvSpPr/>
          <p:nvPr/>
        </p:nvSpPr>
        <p:spPr>
          <a:xfrm>
            <a:off x="649224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7406640" y="29443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US$ 200/mês</a:t>
            </a:r>
            <a:endParaRPr lang="en-US" sz="1000" dirty="0"/>
          </a:p>
        </p:txBody>
      </p:sp>
      <p:sp>
        <p:nvSpPr>
          <p:cNvPr id="57" name="Shape 52"/>
          <p:cNvSpPr/>
          <p:nvPr/>
        </p:nvSpPr>
        <p:spPr>
          <a:xfrm>
            <a:off x="6355080" y="3364992"/>
            <a:ext cx="2286000" cy="329184"/>
          </a:xfrm>
          <a:prstGeom prst="roundRect">
            <a:avLst>
              <a:gd name="adj" fmla="val 13889"/>
            </a:avLst>
          </a:prstGeom>
          <a:solidFill>
            <a:srgbClr val="1C2333"/>
          </a:solidFill>
          <a:ln/>
        </p:spPr>
      </p:sp>
      <p:sp>
        <p:nvSpPr>
          <p:cNvPr id="58" name="Text 53"/>
          <p:cNvSpPr/>
          <p:nvPr/>
        </p:nvSpPr>
        <p:spPr>
          <a:xfrm>
            <a:off x="649224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59" name="Text 54"/>
          <p:cNvSpPr/>
          <p:nvPr/>
        </p:nvSpPr>
        <p:spPr>
          <a:xfrm>
            <a:off x="7406640" y="33649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token</a:t>
            </a:r>
            <a:endParaRPr lang="en-US" sz="1000" dirty="0"/>
          </a:p>
        </p:txBody>
      </p:sp>
      <p:sp>
        <p:nvSpPr>
          <p:cNvPr id="60" name="Text 55"/>
          <p:cNvSpPr/>
          <p:nvPr/>
        </p:nvSpPr>
        <p:spPr>
          <a:xfrm>
            <a:off x="63550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✦  Integrado ao ChatGPT</a:t>
            </a:r>
            <a:endParaRPr lang="en-US" sz="1000" dirty="0"/>
          </a:p>
        </p:txBody>
      </p:sp>
      <p:sp>
        <p:nvSpPr>
          <p:cNvPr id="61" name="Text 56"/>
          <p:cNvSpPr/>
          <p:nvPr/>
        </p:nvSpPr>
        <p:spPr>
          <a:xfrm>
            <a:off x="6355080" y="4279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(Rust)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548640" y="470916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/>
        </p:spPr>
      </p:sp>
      <p:sp>
        <p:nvSpPr>
          <p:cNvPr id="63" name="Text 58"/>
          <p:cNvSpPr/>
          <p:nvPr/>
        </p:nvSpPr>
        <p:spPr>
          <a:xfrm>
            <a:off x="777240" y="47091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existem:  </a:t>
            </a:r>
            <a:endParaRPr lang="en-US" sz="1000" dirty="0"/>
          </a:p>
        </p:txBody>
      </p:sp>
      <p:sp>
        <p:nvSpPr>
          <p:cNvPr id="64" name="Text 59"/>
          <p:cNvSpPr/>
          <p:nvPr/>
        </p:nvSpPr>
        <p:spPr>
          <a:xfrm>
            <a:off x="2194560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Copilot  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219456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US$ 10+/mês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3794760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Cursor  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379476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US$ 20+/mês</a:t>
            </a:r>
            <a:endParaRPr lang="en-US" sz="800" dirty="0"/>
          </a:p>
        </p:txBody>
      </p:sp>
      <p:sp>
        <p:nvSpPr>
          <p:cNvPr id="68" name="Text 63"/>
          <p:cNvSpPr/>
          <p:nvPr/>
        </p:nvSpPr>
        <p:spPr>
          <a:xfrm>
            <a:off x="5394960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Windsurf  </a:t>
            </a:r>
            <a:endParaRPr lang="en-US" sz="900" dirty="0"/>
          </a:p>
        </p:txBody>
      </p:sp>
      <p:sp>
        <p:nvSpPr>
          <p:cNvPr id="69" name="Text 64"/>
          <p:cNvSpPr/>
          <p:nvPr/>
        </p:nvSpPr>
        <p:spPr>
          <a:xfrm>
            <a:off x="539496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US$ 15+/mês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6995160" y="47091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Aider  </a:t>
            </a:r>
            <a:endParaRPr lang="en-US" sz="900" dirty="0"/>
          </a:p>
        </p:txBody>
      </p:sp>
      <p:sp>
        <p:nvSpPr>
          <p:cNvPr id="71" name="Text 66"/>
          <p:cNvSpPr/>
          <p:nvPr/>
        </p:nvSpPr>
        <p:spPr>
          <a:xfrm>
            <a:off x="6995160" y="4910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6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Gratuito (OSS)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Agentes vs. Chatbots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79476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Responde perguntas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Gera trechos de código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Você copia e cola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3392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 contexto do projeto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conversa é isolada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800600" y="1463040"/>
            <a:ext cx="3794760" cy="2926080"/>
          </a:xfrm>
          <a:prstGeom prst="roundRect">
            <a:avLst>
              <a:gd name="adj" fmla="val 312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00600" y="1463040"/>
            <a:ext cx="54864" cy="292608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6916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691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 de IA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516636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Lê e edita seus arquivos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16636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Executa comandos no terminal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166360" y="30083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Entende o contexto do projeto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166360" y="33924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Trabalha junto com você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166360" y="3776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Mantém memória (CLAUDE.md)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Ciclo ReAct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agente "pensa" antes de agir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783080"/>
            <a:ext cx="640080" cy="640080"/>
          </a:xfrm>
          <a:prstGeom prst="ellipse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Raciocinar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analisa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fazer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233172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8328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56616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Agir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56616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uma ação: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ler, escrever, rodar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2331720"/>
            <a:ext cx="228600" cy="2286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080760" y="1554480"/>
            <a:ext cx="237744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49440" y="1783080"/>
            <a:ext cx="640080" cy="640080"/>
          </a:xfrm>
          <a:prstGeom prst="ellipse">
            <a:avLst/>
          </a:prstGeom>
          <a:solidFill>
            <a:srgbClr val="D29922">
              <a:alpha val="2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9494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6263640" y="2560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Observar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26364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o resultado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decide o próximo passo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O ciclo se repete até a tarefa estar completa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Janela de Contexto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quanto o agente consegue "lembrar" de uma vez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188720"/>
          </a:xfrm>
          <a:prstGeom prst="roundRect">
            <a:avLst>
              <a:gd name="adj" fmla="val 7692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188720"/>
          </a:xfrm>
          <a:prstGeom prst="rect">
            <a:avLst/>
          </a:prstGeom>
          <a:solidFill>
            <a:srgbClr val="58A6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965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de contexto é a "memória de trabalho" do agente — tudo que ele consegue enxergar ao mesmo tempo: seu prompt, o código, as respostas anteriores. Quando essa janela enche, ele começa a "esquecer" o início da conversa.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8046720" cy="320040"/>
          </a:xfrm>
          <a:prstGeom prst="roundRect">
            <a:avLst>
              <a:gd name="adj" fmla="val 17143"/>
            </a:avLst>
          </a:prstGeom>
          <a:solidFill>
            <a:srgbClr val="1C2333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834640"/>
            <a:ext cx="5943600" cy="320040"/>
          </a:xfrm>
          <a:prstGeom prst="roundRect">
            <a:avLst>
              <a:gd name="adj" fmla="val 17143"/>
            </a:avLst>
          </a:prstGeom>
          <a:solidFill>
            <a:srgbClr val="58A6FF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834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Contexto usado: 70%  ←  conversa longa, muitos arquivos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3832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" y="3383280"/>
            <a:ext cx="2560320" cy="45720"/>
          </a:xfrm>
          <a:prstGeom prst="rect">
            <a:avLst/>
          </a:prstGeom>
          <a:solidFill>
            <a:srgbClr val="F85149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52044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580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sessões longas, o contexto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 e o agente perde o fio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meada.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383280" y="33832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383280" y="338328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5204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52044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/compact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352044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Compacta a conversa,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resuindo o que já foi feito.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espaço no contexto.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217920" y="3383280"/>
            <a:ext cx="2560320" cy="150876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17920" y="3383280"/>
            <a:ext cx="2560320" cy="4572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52044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355080" y="3977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CLAUDE.md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355080" y="4251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Memória persistente que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entre sessões.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sempre lê primeiro.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Ecossistema do Agente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MCP, Skills e Subagentes — as peças que expandem o que o agente faz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29000" y="1417320"/>
            <a:ext cx="2286000" cy="731520"/>
          </a:xfrm>
          <a:prstGeom prst="roundRect">
            <a:avLst>
              <a:gd name="adj" fmla="val 12500"/>
            </a:avLst>
          </a:prstGeom>
          <a:solidFill>
            <a:srgbClr val="58A6FF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14630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6052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11880" y="1801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cérebro principal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148840" y="2148840"/>
            <a:ext cx="1508760" cy="36576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4572000" y="2148840"/>
            <a:ext cx="0" cy="36576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486400" y="2148840"/>
            <a:ext cx="1508760" cy="365760"/>
          </a:xfrm>
          <a:prstGeom prst="line">
            <a:avLst/>
          </a:prstGeom>
          <a:noFill/>
          <a:ln w="19050">
            <a:solidFill>
              <a:srgbClr val="30363D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48640" y="260604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606040"/>
            <a:ext cx="2560320" cy="45720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8892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4300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143000" y="2990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extras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que dão ao agente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conhecimentos especializados.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frontend-design faz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criar interfaces melhores.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85800" y="41605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3FB950">
              <a:alpha val="12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quer resultado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em área específica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46120" y="260604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246120" y="2606040"/>
            <a:ext cx="2560320" cy="45720"/>
          </a:xfrm>
          <a:prstGeom prst="rect">
            <a:avLst/>
          </a:prstGeom>
          <a:solidFill>
            <a:srgbClr val="BC8CFF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78892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4048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Subagentes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840480" y="2990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Delegação de tarefas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38328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cria "ajudantes"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tarefas paralelas.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resolve uma parte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problema de forma isolada.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383280" y="41605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BC8CFF">
              <a:alpha val="12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47472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tarefa grande que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dividida em partes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5943600" y="2606040"/>
            <a:ext cx="2560320" cy="2423160"/>
          </a:xfrm>
          <a:prstGeom prst="roundRect">
            <a:avLst>
              <a:gd name="adj" fmla="val 3774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943600" y="2606040"/>
            <a:ext cx="2560320" cy="4572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788920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37960" y="27889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537960" y="29900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o mundo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08076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que conecta o agente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serviços externos: bancos 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APIs, ferramentas.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 como um "USB" da IA.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6080760" y="4160520"/>
            <a:ext cx="2286000" cy="502920"/>
          </a:xfrm>
          <a:prstGeom prst="roundRect">
            <a:avLst>
              <a:gd name="adj" fmla="val 9091"/>
            </a:avLst>
          </a:prstGeom>
          <a:solidFill>
            <a:srgbClr val="D29922">
              <a:alpha val="12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617220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precisa acessar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fora do código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escrever bons prompts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qualidade do que o agente entrega depende do que você pede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Prompt vago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9202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"faz uma API pra mim"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contexto, sem stack, sem escopo.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vai chutar tudo.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886200" cy="1691640"/>
          </a:xfrm>
          <a:prstGeom prst="roundRect">
            <a:avLst>
              <a:gd name="adj" fmla="val 5405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417320"/>
            <a:ext cx="54864" cy="16916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Prompt claro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37760" y="192024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A2E1A"/>
          </a:solidFill>
          <a:ln/>
        </p:spPr>
      </p:sp>
      <p:sp>
        <p:nvSpPr>
          <p:cNvPr id="14" name="Text 12"/>
          <p:cNvSpPr/>
          <p:nvPr/>
        </p:nvSpPr>
        <p:spPr>
          <a:xfrm>
            <a:off x="50749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"Crie um CRUD de cardápios 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 4 e PostgreSQL 17"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definida, escopo claro.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sabe o que construir.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4 ingredientes de um bom prompt: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280160" y="3840480"/>
            <a:ext cx="411480" cy="411480"/>
          </a:xfrm>
          <a:prstGeom prst="ellipse">
            <a:avLst/>
          </a:prstGeom>
          <a:solidFill>
            <a:srgbClr val="58A6FF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projeto é,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problema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97480" y="3749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29000" y="3840480"/>
            <a:ext cx="411480" cy="411480"/>
          </a:xfrm>
          <a:prstGeom prst="ellipse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78892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8892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Tecnologias, versões,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de código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3749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77840" y="3840480"/>
            <a:ext cx="411480" cy="411480"/>
          </a:xfrm>
          <a:prstGeom prst="ellipse">
            <a:avLst/>
          </a:prstGeom>
          <a:solidFill>
            <a:srgbClr val="BC8CFF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776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Escopo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deve fazer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 o que NÃO deve)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0" y="374904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26680" y="3840480"/>
            <a:ext cx="411480" cy="411480"/>
          </a:xfrm>
          <a:prstGeom prst="ellipse">
            <a:avLst/>
          </a:prstGeom>
          <a:solidFill>
            <a:srgbClr val="D29922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72668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86600" y="4297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4526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saber 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ficou bom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 (e quando não usar)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é extremamente poderosa — mas exige responsabilidade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22860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O que ela faz bem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Criar projetos completos do zero ao deploy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Acelerar o desenvolvimento (10x mais rápido)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Gerar e executar testes automatizados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008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Debugar erros com contexto do projeto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Explorar stacks e tecnologias novas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417320"/>
            <a:ext cx="3886200" cy="22860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417320"/>
            <a:ext cx="54864" cy="228600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Cuidados importantes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 revisar — sempre leia o código gerado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23134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Sem entender — saiba o que ele está fazendo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6609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Código sensível sem validação de segurança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30083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Como muleta — o objetivo é aprender junto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3355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Cegamente — ele erra, e você precisa pegar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Limitações reais que você vai encontrar: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251960"/>
            <a:ext cx="1920240" cy="4572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 bibliotecas e APIs que não existem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97480" y="4251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</p:sp>
      <p:sp>
        <p:nvSpPr>
          <p:cNvPr id="27" name="Shape 25"/>
          <p:cNvSpPr/>
          <p:nvPr/>
        </p:nvSpPr>
        <p:spPr>
          <a:xfrm>
            <a:off x="2697480" y="4251960"/>
            <a:ext cx="192024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8" name="Text 26"/>
          <p:cNvSpPr/>
          <p:nvPr/>
        </p:nvSpPr>
        <p:spPr>
          <a:xfrm>
            <a:off x="278892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 inseguro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8892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Funciona, mas pode ter falhas de segurança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4251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4251960"/>
            <a:ext cx="192024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Dependência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como ferramenta, não como muleta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995160" y="42519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</p:spPr>
      </p:sp>
      <p:sp>
        <p:nvSpPr>
          <p:cNvPr id="35" name="Shape 33"/>
          <p:cNvSpPr/>
          <p:nvPr/>
        </p:nvSpPr>
        <p:spPr>
          <a:xfrm>
            <a:off x="6995160" y="4251960"/>
            <a:ext cx="192024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6" name="Text 34"/>
          <p:cNvSpPr/>
          <p:nvPr/>
        </p:nvSpPr>
        <p:spPr>
          <a:xfrm>
            <a:off x="7086600" y="43159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086600" y="459028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grandes consomem muitos tokens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e Código Proprietário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 empresa permite usar agentes de IA no código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046720" cy="1234440"/>
          </a:xfrm>
          <a:prstGeom prst="roundRect">
            <a:avLst>
              <a:gd name="adj" fmla="val 7407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234440"/>
          </a:xfrm>
          <a:prstGeom prst="rect">
            <a:avLst/>
          </a:prstGeom>
          <a:solidFill>
            <a:srgbClr val="D2992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que isso importa?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usa um agente de IA, o código que você envia pode ser processado em servidores externos. Para empresas com código proprietário, segredos industriais ou dados sensíveis, isso pode ser um problema de compliance, segurança e propriedade intelectual.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38862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880360"/>
            <a:ext cx="54864" cy="19659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comuns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Código enviado para servidores externos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Possível uso para treinar modelos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40599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Vazamento de segredos e tokens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Violação de políticas internas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886200" cy="1965960"/>
          </a:xfrm>
          <a:prstGeom prst="roundRect">
            <a:avLst>
              <a:gd name="adj" fmla="val 4651"/>
            </a:avLst>
          </a:prstGeom>
          <a:solidFill>
            <a:srgbClr val="161B22"/>
          </a:solidFill>
          <a:ln/>
        </p:spPr>
      </p:sp>
      <p:sp>
        <p:nvSpPr>
          <p:cNvPr id="18" name="Shape 15"/>
          <p:cNvSpPr/>
          <p:nvPr/>
        </p:nvSpPr>
        <p:spPr>
          <a:xfrm>
            <a:off x="4709160" y="2880360"/>
            <a:ext cx="54864" cy="19659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9" name="Text 16"/>
          <p:cNvSpPr/>
          <p:nvPr/>
        </p:nvSpPr>
        <p:spPr>
          <a:xfrm>
            <a:off x="4983480" y="2971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lidar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98348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Consulte a política de IA da empresa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83480" y="37216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em projetos pessoais e estudos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83480" y="40599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Prefira planos com zero data retention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98348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Nunca envie credenciais ou dados reais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54864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 da prática!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abrir o terminal e construir tudo do zero com o Claude Code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8404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3840480"/>
            <a:ext cx="182880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Setup do ambiente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51760" y="38404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1760" y="3840480"/>
            <a:ext cx="182880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Planejar com o agente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8404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3840480"/>
            <a:ext cx="18288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Construir a V1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75120" y="3840480"/>
            <a:ext cx="1828800" cy="731520"/>
          </a:xfrm>
          <a:prstGeom prst="roundRect">
            <a:avLst>
              <a:gd name="adj" fmla="val 75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675120" y="3840480"/>
            <a:ext cx="1828800" cy="4572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17" name="Text 14"/>
          <p:cNvSpPr/>
          <p:nvPr/>
        </p:nvSpPr>
        <p:spPr>
          <a:xfrm>
            <a:off x="676656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Deploy ao vivo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para Devs - Minicurso</dc:title>
  <dc:subject>PptxGenJS Presentation</dc:subject>
  <dc:creator>Wesley - IFMA</dc:creator>
  <cp:lastModifiedBy>Wesley - IFMA</cp:lastModifiedBy>
  <cp:revision>1</cp:revision>
  <dcterms:created xsi:type="dcterms:W3CDTF">2026-02-26T11:46:52Z</dcterms:created>
  <dcterms:modified xsi:type="dcterms:W3CDTF">2026-02-26T11:46:52Z</dcterms:modified>
</cp:coreProperties>
</file>